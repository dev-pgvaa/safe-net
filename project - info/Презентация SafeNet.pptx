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7"/>
    <p:restoredTop sz="94718"/>
  </p:normalViewPr>
  <p:slideViewPr>
    <p:cSldViewPr snapToGrid="0">
      <p:cViewPr varScale="1">
        <p:scale>
          <a:sx n="136" d="100"/>
          <a:sy n="136" d="100"/>
        </p:scale>
        <p:origin x="2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Текст заголовка</a:t>
            </a:r>
          </a:p>
        </p:txBody>
      </p:sp>
      <p:sp>
        <p:nvSpPr>
          <p:cNvPr id="7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599" y="1435101"/>
            <a:ext cx="4011087" cy="46910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2389718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Текст заголовка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38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1307327" y="6400414"/>
            <a:ext cx="27507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title"/>
          </p:nvPr>
        </p:nvSpPr>
        <p:spPr>
          <a:xfrm>
            <a:off x="1981200" y="1813057"/>
            <a:ext cx="8229600" cy="15681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Сайт-тренажёр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«SafeNet»</a:t>
            </a:r>
          </a:p>
        </p:txBody>
      </p:sp>
      <p:sp>
        <p:nvSpPr>
          <p:cNvPr id="95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8125905" y="3429000"/>
            <a:ext cx="4066095" cy="311369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ученики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класса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10-2 ГБОУ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Школа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№ 1560 “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Лидер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Волков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Артем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Александрович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Савельев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Роман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Максимович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Москвицов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Александр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Евгеньевич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ГБОУ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Школа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№ 1560 “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Лидер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  <a:p>
            <a:pPr marL="0" indent="0" defTabSz="365760">
              <a:lnSpc>
                <a:spcPct val="150000"/>
              </a:lnSpc>
              <a:spcBef>
                <a:spcPts val="0"/>
              </a:spcBef>
              <a:buSzTx/>
              <a:buNone/>
              <a:defRPr sz="138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Шепилов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Дмитрий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Александрович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62FD8-F6E3-CBB5-B7F1-A02371B14B4C}"/>
              </a:ext>
            </a:extLst>
          </p:cNvPr>
          <p:cNvSpPr txBox="1"/>
          <p:nvPr/>
        </p:nvSpPr>
        <p:spPr>
          <a:xfrm>
            <a:off x="0" y="315310"/>
            <a:ext cx="12191999" cy="523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общеобразовательное учреждение города Москвы «ГБОУ Школа № 1560 “Лидер”»</a:t>
            </a:r>
            <a:endParaRPr lang="ru-RU" sz="1400" dirty="0">
              <a:latin typeface="Times New Roman" panose="02020603050405020304" pitchFamily="18" charset="0"/>
              <a:ea typeface="Times Roman"/>
              <a:cs typeface="Times New Roman" panose="02020603050405020304" pitchFamily="18" charset="0"/>
              <a:sym typeface="Times Roman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867480-A1E7-7B5D-CD30-E6E93DEB2D75}"/>
              </a:ext>
            </a:extLst>
          </p:cNvPr>
          <p:cNvSpPr txBox="1"/>
          <p:nvPr/>
        </p:nvSpPr>
        <p:spPr>
          <a:xfrm>
            <a:off x="4887310" y="6358025"/>
            <a:ext cx="184982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8709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338803" y="1313046"/>
            <a:ext cx="4622080" cy="52703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315468">
              <a:spcBef>
                <a:spcPts val="500"/>
              </a:spcBef>
              <a:buSzTx/>
              <a:buFontTx/>
              <a:buNone/>
              <a:defRPr sz="2208">
                <a:solidFill>
                  <a:srgbClr val="FFFFFF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SafeNet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веб-приложение-тренажёр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школьников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распознаванию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фишинга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поддельных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сайтов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вредоносных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других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онлайн-угроз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40" y="2017059"/>
            <a:ext cx="6745051" cy="38566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78676" y="1582584"/>
            <a:ext cx="5223641" cy="492579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310895">
              <a:lnSpc>
                <a:spcPct val="17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большая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общения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учёбы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проходит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310895">
              <a:lnSpc>
                <a:spcPct val="17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сталкиваются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киберугрозами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33172" indent="-233172" defTabSz="310895">
              <a:lnSpc>
                <a:spcPct val="170000"/>
              </a:lnSpc>
              <a:spcBef>
                <a:spcPts val="500"/>
              </a:spcBef>
              <a:defRPr sz="2176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ишинг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мошеннические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письма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172" indent="-233172" defTabSz="310895">
              <a:lnSpc>
                <a:spcPct val="170000"/>
              </a:lnSpc>
              <a:spcBef>
                <a:spcPts val="500"/>
              </a:spcBef>
              <a:defRPr sz="2176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оддельные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сайты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3172" indent="-233172" defTabSz="310895">
              <a:lnSpc>
                <a:spcPct val="170000"/>
              </a:lnSpc>
              <a:spcBef>
                <a:spcPts val="500"/>
              </a:spcBef>
              <a:defRPr sz="2176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ража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персональных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4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29" y="2171339"/>
            <a:ext cx="5937871" cy="3748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147145" y="1417640"/>
            <a:ext cx="6348248" cy="528345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310895">
              <a:lnSpc>
                <a:spcPct val="15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материалов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представляют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собой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тексты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310895">
              <a:lnSpc>
                <a:spcPct val="15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310895">
              <a:lnSpc>
                <a:spcPct val="15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Из-за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этого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быстро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забываются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применяются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ситуациях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310895">
              <a:lnSpc>
                <a:spcPct val="15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310895">
              <a:lnSpc>
                <a:spcPct val="150000"/>
              </a:lnSpc>
              <a:spcBef>
                <a:spcPts val="500"/>
              </a:spcBef>
              <a:buSzTx/>
              <a:buNone/>
              <a:defRPr sz="2176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обучает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практику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8" name="Снимок экрана 2026-01-21 в 19.29.40.png" descr="Снимок экрана 2026-01-21 в 19.29.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560" y="1417640"/>
            <a:ext cx="3887300" cy="5053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040525" y="1600201"/>
            <a:ext cx="9785130" cy="49831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370331">
              <a:lnSpc>
                <a:spcPct val="150000"/>
              </a:lnSpc>
              <a:spcBef>
                <a:spcPts val="600"/>
              </a:spcBef>
              <a:buSzTx/>
              <a:buNone/>
              <a:defRPr sz="2592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defTabSz="370331">
              <a:lnSpc>
                <a:spcPct val="150000"/>
              </a:lnSpc>
              <a:spcBef>
                <a:spcPts val="600"/>
              </a:spcBef>
              <a:buSzTx/>
              <a:buNone/>
              <a:defRPr sz="2592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интерактивный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веб-тренажёр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сохранением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defTabSz="370331">
              <a:lnSpc>
                <a:spcPct val="150000"/>
              </a:lnSpc>
              <a:spcBef>
                <a:spcPts val="600"/>
              </a:spcBef>
              <a:buSzTx/>
              <a:buNone/>
              <a:defRPr sz="2592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архитектуру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оздать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</a:t>
            </a: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еализовать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уровней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ровести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школьников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Этапы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выполнения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1981200" y="1936376"/>
            <a:ext cx="8229600" cy="386533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452627">
              <a:lnSpc>
                <a:spcPct val="150000"/>
              </a:lnSpc>
              <a:buSzTx/>
              <a:buNone/>
              <a:defRPr sz="3168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обучающих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2627">
              <a:lnSpc>
                <a:spcPct val="150000"/>
              </a:lnSpc>
              <a:buSzTx/>
              <a:buNone/>
              <a:defRPr sz="3168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интерфейса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2627">
              <a:lnSpc>
                <a:spcPct val="150000"/>
              </a:lnSpc>
              <a:buSzTx/>
              <a:buNone/>
              <a:defRPr sz="3168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NextJS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PostgreSQL</a:t>
            </a:r>
          </a:p>
          <a:p>
            <a:pPr marL="0" indent="0" defTabSz="452627">
              <a:lnSpc>
                <a:spcPct val="150000"/>
              </a:lnSpc>
              <a:buSzTx/>
              <a:buNone/>
              <a:defRPr sz="3168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системой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заданий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2627">
              <a:lnSpc>
                <a:spcPct val="150000"/>
              </a:lnSpc>
              <a:buSzTx/>
              <a:buNone/>
              <a:defRPr sz="3168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авторизации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2627">
              <a:lnSpc>
                <a:spcPct val="150000"/>
              </a:lnSpc>
              <a:buSzTx/>
              <a:buNone/>
              <a:defRPr sz="3168">
                <a:solidFill>
                  <a:srgbClr val="FFFFFF"/>
                </a:solidFill>
              </a:defRPr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апробация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609600" y="1287962"/>
            <a:ext cx="5250983" cy="52953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264032" indent="-264032" defTabSz="352043">
              <a:lnSpc>
                <a:spcPct val="150000"/>
              </a:lnSpc>
              <a:spcBef>
                <a:spcPts val="500"/>
              </a:spcBef>
              <a:defRPr sz="2464">
                <a:solidFill>
                  <a:srgbClr val="FFFFFF"/>
                </a:solidFill>
              </a:defRPr>
            </a:pPr>
            <a:r>
              <a:rPr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NextJS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frontend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</a:t>
            </a:r>
          </a:p>
          <a:p>
            <a:pPr marL="264032" indent="-264032" defTabSz="352043">
              <a:lnSpc>
                <a:spcPct val="150000"/>
              </a:lnSpc>
              <a:spcBef>
                <a:spcPts val="500"/>
              </a:spcBef>
              <a:defRPr sz="2464">
                <a:solidFill>
                  <a:srgbClr val="FFFFFF"/>
                </a:solidFill>
              </a:defRPr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результатов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032" indent="-264032" defTabSz="352043">
              <a:lnSpc>
                <a:spcPct val="150000"/>
              </a:lnSpc>
              <a:spcBef>
                <a:spcPts val="500"/>
              </a:spcBef>
              <a:defRPr sz="2464">
                <a:solidFill>
                  <a:srgbClr val="FFFFFF"/>
                </a:solidFill>
              </a:defRPr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 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компонентами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032" indent="-264032" defTabSz="352043">
              <a:lnSpc>
                <a:spcPct val="150000"/>
              </a:lnSpc>
              <a:spcBef>
                <a:spcPts val="500"/>
              </a:spcBef>
              <a:defRPr sz="2464">
                <a:solidFill>
                  <a:srgbClr val="FFFFFF"/>
                </a:solidFill>
              </a:defRPr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логика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032" indent="-264032" defTabSz="352043">
              <a:lnSpc>
                <a:spcPct val="150000"/>
              </a:lnSpc>
              <a:spcBef>
                <a:spcPts val="500"/>
              </a:spcBef>
              <a:defRPr sz="2464">
                <a:solidFill>
                  <a:srgbClr val="FFFFFF"/>
                </a:solidFill>
              </a:defRPr>
            </a:pP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разработки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418" y="1287962"/>
            <a:ext cx="1767265" cy="1767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163" y="3116868"/>
            <a:ext cx="1793774" cy="17672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вставленный-фильм.png" descr="вставленный-филь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573" y="1287962"/>
            <a:ext cx="1767265" cy="1767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4573" y="3174073"/>
            <a:ext cx="1767265" cy="17672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2"/>
          <p:cNvSpPr txBox="1"/>
          <p:nvPr/>
        </p:nvSpPr>
        <p:spPr>
          <a:xfrm>
            <a:off x="1049699" y="157326"/>
            <a:ext cx="1009260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возможности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SafeNet</a:t>
            </a:r>
          </a:p>
        </p:txBody>
      </p:sp>
      <p:sp>
        <p:nvSpPr>
          <p:cNvPr id="125" name="TextBox 3"/>
          <p:cNvSpPr txBox="1"/>
          <p:nvPr/>
        </p:nvSpPr>
        <p:spPr>
          <a:xfrm>
            <a:off x="304799" y="1125622"/>
            <a:ext cx="5252764" cy="55659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sz="2100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предоставляет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пользователю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 sz="2100">
                <a:solidFill>
                  <a:srgbClr val="FFFFFF"/>
                </a:solidFill>
              </a:defRPr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егистрацию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авторизацию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бучающие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курсы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нтерактивные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истему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баллов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уровней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достижений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100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охранение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прогресса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256" y="1125622"/>
            <a:ext cx="4498130" cy="25719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CleanShot 2026-01-19 at 15.03.26@2x.png" descr="CleanShot 2026-01-19 at 15.03.26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256" y="3871388"/>
            <a:ext cx="4508210" cy="25719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8762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399394" y="1317811"/>
            <a:ext cx="5276192" cy="5366767"/>
          </a:xfrm>
          <a:prstGeom prst="rect">
            <a:avLst/>
          </a:prstGeom>
        </p:spPr>
        <p:txBody>
          <a:bodyPr>
            <a:noAutofit/>
          </a:bodyPr>
          <a:lstStyle/>
          <a:p>
            <a:pPr marL="270890" indent="-270890" defTabSz="361188">
              <a:lnSpc>
                <a:spcPct val="150000"/>
              </a:lnSpc>
              <a:spcBef>
                <a:spcPts val="600"/>
              </a:spcBef>
              <a:defRPr sz="2528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бучение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форме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0890" indent="-270890" defTabSz="361188">
              <a:lnSpc>
                <a:spcPct val="150000"/>
              </a:lnSpc>
              <a:spcBef>
                <a:spcPts val="600"/>
              </a:spcBef>
              <a:defRPr sz="2528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рактические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риближенные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реальным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ситуациям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0890" indent="-270890" defTabSz="361188">
              <a:lnSpc>
                <a:spcPct val="150000"/>
              </a:lnSpc>
              <a:spcBef>
                <a:spcPts val="600"/>
              </a:spcBef>
              <a:defRPr sz="2528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онятный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школьников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0890" indent="-270890" defTabSz="361188">
              <a:lnSpc>
                <a:spcPct val="150000"/>
              </a:lnSpc>
              <a:spcBef>
                <a:spcPts val="600"/>
              </a:spcBef>
              <a:defRPr sz="2528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охранение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результатов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0890" indent="-270890" defTabSz="361188">
              <a:lnSpc>
                <a:spcPct val="150000"/>
              </a:lnSpc>
              <a:spcBef>
                <a:spcPts val="600"/>
              </a:spcBef>
              <a:defRPr sz="2528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озможность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дальнейшего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расширения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1" name="CleanShot 2026-01-19 at 15.04.49@2x.png" descr="CleanShot 2026-01-19 at 15.04.49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006" y="1317812"/>
            <a:ext cx="4419131" cy="25272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CleanShot 2026-01-19 at 15.04.10@2x.png" descr="CleanShot 2026-01-19 at 15.04.10@2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153" y="4011287"/>
            <a:ext cx="4417984" cy="25279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>
            <a:spLocks noGrp="1"/>
          </p:cNvSpPr>
          <p:nvPr>
            <p:ph type="title"/>
          </p:nvPr>
        </p:nvSpPr>
        <p:spPr>
          <a:xfrm>
            <a:off x="609599" y="102451"/>
            <a:ext cx="10972800" cy="9897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46689" y="1092210"/>
            <a:ext cx="11298621" cy="5261456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defTabSz="370331">
              <a:lnSpc>
                <a:spcPct val="150000"/>
              </a:lnSpc>
              <a:spcBef>
                <a:spcPts val="600"/>
              </a:spcBef>
              <a:buSzTx/>
              <a:buNone/>
              <a:defRPr sz="2592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ходе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работающий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веб-тренажёр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кибербезопасности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77749" indent="-277749" defTabSz="370331">
              <a:lnSpc>
                <a:spcPct val="150000"/>
              </a:lnSpc>
              <a:spcBef>
                <a:spcPts val="600"/>
              </a:spcBef>
              <a:defRPr sz="2592">
                <a:solidFill>
                  <a:srgbClr val="FFFFFF"/>
                </a:solidFill>
              </a:defRPr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370331">
              <a:lnSpc>
                <a:spcPct val="150000"/>
              </a:lnSpc>
              <a:spcBef>
                <a:spcPts val="600"/>
              </a:spcBef>
              <a:buSzTx/>
              <a:buNone/>
              <a:defRPr sz="2592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показал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игрового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подхода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обучению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цифровой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грамотности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77749" indent="-277749" defTabSz="370331">
              <a:lnSpc>
                <a:spcPct val="150000"/>
              </a:lnSpc>
              <a:spcBef>
                <a:spcPts val="600"/>
              </a:spcBef>
              <a:defRPr sz="2592">
                <a:solidFill>
                  <a:srgbClr val="FFFFFF"/>
                </a:solidFill>
              </a:defRPr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370331">
              <a:lnSpc>
                <a:spcPct val="150000"/>
              </a:lnSpc>
              <a:spcBef>
                <a:spcPts val="600"/>
              </a:spcBef>
              <a:buSzTx/>
              <a:buNone/>
              <a:defRPr sz="2592">
                <a:solidFill>
                  <a:srgbClr val="FFFFFF"/>
                </a:solidFill>
              </a:defRPr>
            </a:pP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дальнейшем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планируется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обавление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сценариев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угроз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асширение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курсов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6509" indent="-346509" defTabSz="370331">
              <a:lnSpc>
                <a:spcPct val="150000"/>
              </a:lnSpc>
              <a:spcBef>
                <a:spcPts val="600"/>
              </a:spcBef>
              <a:buFontTx/>
              <a:buAutoNum type="arabicPeriod"/>
              <a:defRPr sz="2592">
                <a:solidFill>
                  <a:srgbClr val="FFFFFF"/>
                </a:solidFill>
              </a:defRPr>
            </a:pPr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нтеграция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проверки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реальных</a:t>
            </a: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ссылок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383</Words>
  <Application>Microsoft Macintosh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Сайт-тренажёр по кибербезопасности «SafeNet»</vt:lpstr>
      <vt:lpstr>Введение</vt:lpstr>
      <vt:lpstr>Актуальность проекта</vt:lpstr>
      <vt:lpstr>Постановка проблемы</vt:lpstr>
      <vt:lpstr>Цель и задачи проекта</vt:lpstr>
      <vt:lpstr>Этапы выполнения работы</vt:lpstr>
      <vt:lpstr>Используемые технологии</vt:lpstr>
      <vt:lpstr>PowerPoint Presentation</vt:lpstr>
      <vt:lpstr>Преимущества проекта</vt:lpstr>
      <vt:lpstr>Выводы и перспективы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Artem</cp:lastModifiedBy>
  <cp:revision>5</cp:revision>
  <dcterms:modified xsi:type="dcterms:W3CDTF">2026-02-05T21:28:44Z</dcterms:modified>
</cp:coreProperties>
</file>